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7" r:id="rId11"/>
    <p:sldId id="308" r:id="rId12"/>
    <p:sldId id="309" r:id="rId13"/>
    <p:sldId id="284" r:id="rId14"/>
  </p:sldIdLst>
  <p:sldSz cx="24384000" cy="13716000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c379c7b1_0_551"/>
          <p:cNvSpPr txBox="1">
            <a:spLocks noGrp="1"/>
          </p:cNvSpPr>
          <p:nvPr>
            <p:ph type="body" idx="1"/>
          </p:nvPr>
        </p:nvSpPr>
        <p:spPr>
          <a:xfrm>
            <a:off x="1206498" y="10726732"/>
            <a:ext cx="7094820" cy="3168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marL="0" indent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Shri Vindhya</a:t>
            </a:r>
          </a:p>
          <a:p>
            <a:pPr marL="0" indent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2061886" y="6006354"/>
            <a:ext cx="20385741" cy="445835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6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Fundamentals and Decision Tree Learning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 smtClean="0"/>
              <a:t>1</a:t>
            </a:fld>
            <a:endParaRPr dirty="0"/>
          </a:p>
        </p:txBody>
      </p:sp>
      <p:sp>
        <p:nvSpPr>
          <p:cNvPr id="94" name="Google Shape;94;g36bc379c7b1_0_551"/>
          <p:cNvSpPr txBox="1"/>
          <p:nvPr/>
        </p:nvSpPr>
        <p:spPr>
          <a:xfrm>
            <a:off x="16373790" y="10601230"/>
            <a:ext cx="8566022" cy="318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>
              <a:lnSpc>
                <a:spcPct val="120000"/>
              </a:lnSpc>
              <a:buSzPts val="4500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Presented by:</a:t>
            </a:r>
          </a:p>
          <a:p>
            <a:pPr lvl="0">
              <a:lnSpc>
                <a:spcPct val="120000"/>
              </a:lnSpc>
              <a:buSzPts val="4500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Divyesh S P (192424147)</a:t>
            </a:r>
            <a:b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06498" y="12800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r>
              <a:rPr lang="en-US" sz="60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60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60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60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60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  <a:endParaRPr sz="6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D103E-AC27-5A48-C4E5-5EA682A5B179}"/>
              </a:ext>
            </a:extLst>
          </p:cNvPr>
          <p:cNvSpPr txBox="1"/>
          <p:nvPr/>
        </p:nvSpPr>
        <p:spPr>
          <a:xfrm>
            <a:off x="3246406" y="4496262"/>
            <a:ext cx="17874442" cy="2070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ITA0612-Machine Learning</a:t>
            </a:r>
          </a:p>
          <a:p>
            <a:pPr algn="ctr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423" y="2212050"/>
            <a:ext cx="19148612" cy="10127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>
              <a:lnSpc>
                <a:spcPct val="150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is a branch of Artificial Intelligence.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learn from data without being explicitly programmed.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is used to make predictions and decisions. </a:t>
            </a:r>
          </a:p>
          <a:p>
            <a:pPr>
              <a:lnSpc>
                <a:spcPct val="150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Email Detection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Recommendations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9054351" y="375037"/>
            <a:ext cx="5253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65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6418729" y="357108"/>
            <a:ext cx="11851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Learning Problems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B6789B-FF98-4A72-A48E-420C64BF9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52" y="2147028"/>
            <a:ext cx="21270495" cy="1037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0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423" y="2212967"/>
            <a:ext cx="19148612" cy="991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Approach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logical rules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represented as symbols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Human-readable </a:t>
            </a:r>
          </a:p>
          <a:p>
            <a:pPr>
              <a:lnSpc>
                <a:spcPct val="150000"/>
              </a:lnSpc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Approach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probability and statistics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patterns from data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modern ML algorithms use this approach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7386921" y="375037"/>
            <a:ext cx="123892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Perspectives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16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423" y="2120602"/>
            <a:ext cx="19148612" cy="1009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data 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labels </a:t>
            </a:r>
          </a:p>
          <a:p>
            <a:pPr>
              <a:lnSpc>
                <a:spcPct val="20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memorizes training data 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testing performance </a:t>
            </a:r>
          </a:p>
          <a:p>
            <a:pPr>
              <a:lnSpc>
                <a:spcPct val="20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require more time 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memory usage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5504336" y="375037"/>
            <a:ext cx="153475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Machine Learning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4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156" y="2561432"/>
            <a:ext cx="20941550" cy="204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Decision Tree?</a:t>
            </a:r>
          </a:p>
          <a:p>
            <a:pPr>
              <a:lnSpc>
                <a:spcPct val="150000"/>
              </a:lnSpc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a supervised learning algorithm used for classification and prediction.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5970493" y="375037"/>
            <a:ext cx="13034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Decision Trees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39808E-3D9F-4513-9B76-BCF575194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87" y="4840303"/>
            <a:ext cx="15007026" cy="855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8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5970493" y="375037"/>
            <a:ext cx="13034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Decision Tree Works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2785F-E949-4FD0-90D4-48DD3F89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47" y="2426294"/>
            <a:ext cx="20851905" cy="1091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69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423" y="2994975"/>
            <a:ext cx="19148612" cy="8346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Entropy?</a:t>
            </a:r>
          </a:p>
          <a:p>
            <a:pPr>
              <a:lnSpc>
                <a:spcPct val="150000"/>
              </a:lnSpc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measures the uncertainty or impurity of data.</a:t>
            </a:r>
          </a:p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algn="ctr">
              <a:lnSpc>
                <a:spcPct val="150000"/>
              </a:lnSpc>
            </a:pPr>
            <a:r>
              <a:rPr lang="en-US" sz="5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Entropy(S) = - </a:t>
            </a:r>
            <a:r>
              <a:rPr lang="el-GR" sz="5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 </a:t>
            </a:r>
            <a:r>
              <a:rPr lang="en-US" sz="5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log₂ Pi</a:t>
            </a:r>
            <a:endParaRPr lang="en-US" sz="5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= 0 → Pure data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Entropy → Mixed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10183908" y="375037"/>
            <a:ext cx="3442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09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4565" y="3442450"/>
            <a:ext cx="19184470" cy="7157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measures how much uncertainty is reduced after splitting.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Information Gain = Better Feature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always choose the feature with the highest Information Gain.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8193750" y="375037"/>
            <a:ext cx="8426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707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351" y="1863268"/>
            <a:ext cx="19704423" cy="10495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Pruning?</a:t>
            </a:r>
          </a:p>
          <a:p>
            <a:pPr>
              <a:lnSpc>
                <a:spcPct val="150000"/>
              </a:lnSpc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unnecessary branches from the tree.</a:t>
            </a:r>
          </a:p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Pre-Pruning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tree growth early </a:t>
            </a:r>
          </a:p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Post-Pruning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branches after construction </a:t>
            </a:r>
          </a:p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 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8193750" y="375037"/>
            <a:ext cx="8426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Pruning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144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010" y="1824737"/>
            <a:ext cx="19704423" cy="1075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visualize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numerical and categorical data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prediction </a:t>
            </a:r>
          </a:p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noisy data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become very large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7404859" y="375037"/>
            <a:ext cx="115286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4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010" y="1824737"/>
            <a:ext cx="19704423" cy="1075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computers to learn from data.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major learning types: </a:t>
            </a:r>
          </a:p>
          <a:p>
            <a:pPr marL="1485900" lvl="1" indent="-1028700">
              <a:lnSpc>
                <a:spcPct val="150000"/>
              </a:lnSpc>
              <a:buFont typeface="+mj-lt"/>
              <a:buAutoNum type="romanLcPeriod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</a:t>
            </a:r>
          </a:p>
          <a:p>
            <a:pPr marL="1485900" lvl="1" indent="-1028700">
              <a:lnSpc>
                <a:spcPct val="150000"/>
              </a:lnSpc>
              <a:buFont typeface="+mj-lt"/>
              <a:buAutoNum type="romanLcPeriod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</a:t>
            </a:r>
          </a:p>
          <a:p>
            <a:pPr marL="1485900" lvl="1" indent="-1028700">
              <a:lnSpc>
                <a:spcPct val="150000"/>
              </a:lnSpc>
              <a:buFont typeface="+mj-lt"/>
              <a:buAutoNum type="romanLcPeriod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simple yet powerful classification algorithms.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and Information Gain help build efficient trees.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widely used in real-world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52A8F-F81D-42B8-B306-3379899A4AE6}"/>
              </a:ext>
            </a:extLst>
          </p:cNvPr>
          <p:cNvSpPr txBox="1"/>
          <p:nvPr/>
        </p:nvSpPr>
        <p:spPr>
          <a:xfrm>
            <a:off x="9574315" y="375037"/>
            <a:ext cx="5235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AE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657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90CE4B-58E2-C80A-0B8A-17CB8612B781}"/>
              </a:ext>
            </a:extLst>
          </p:cNvPr>
          <p:cNvSpPr txBox="1"/>
          <p:nvPr/>
        </p:nvSpPr>
        <p:spPr>
          <a:xfrm>
            <a:off x="7075783" y="5750004"/>
            <a:ext cx="102324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12070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357</Words>
  <Application>Microsoft Office PowerPoint</Application>
  <PresentationFormat>Custom</PresentationFormat>
  <Paragraphs>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Helvetica Neue</vt:lpstr>
      <vt:lpstr>Times New Roman</vt:lpstr>
      <vt:lpstr>Wingdings</vt:lpstr>
      <vt:lpstr>Arial</vt:lpstr>
      <vt:lpstr>21_BasicWhite</vt:lpstr>
      <vt:lpstr>Machine Learning Fundamentals and Decision Tree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Attendance Management System</dc:title>
  <dc:creator>HP</dc:creator>
  <cp:lastModifiedBy>Divyesh S.P</cp:lastModifiedBy>
  <cp:revision>18</cp:revision>
  <dcterms:modified xsi:type="dcterms:W3CDTF">2026-07-25T07:44:46Z</dcterms:modified>
</cp:coreProperties>
</file>