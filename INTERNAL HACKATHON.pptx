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284" r:id="rId12"/>
  </p:sldIdLst>
  <p:sldSz cx="24384000" cy="13716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 smtClean="0"/>
              <a:t>1</a:t>
            </a:fld>
            <a:endParaRPr dirty="0"/>
          </a:p>
        </p:txBody>
      </p:sp>
      <p:sp>
        <p:nvSpPr>
          <p:cNvPr id="94" name="Google Shape;94;g36bc379c7b1_0_551"/>
          <p:cNvSpPr txBox="1"/>
          <p:nvPr/>
        </p:nvSpPr>
        <p:spPr>
          <a:xfrm>
            <a:off x="16373790" y="9919916"/>
            <a:ext cx="8566022" cy="318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>
              <a:lnSpc>
                <a:spcPct val="120000"/>
              </a:lnSpc>
              <a:buSzPts val="4500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Team Members:</a:t>
            </a:r>
          </a:p>
          <a:p>
            <a:pPr lvl="0">
              <a:lnSpc>
                <a:spcPct val="120000"/>
              </a:lnSpc>
              <a:buSzPts val="4500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Divyesh S P (192424147)</a:t>
            </a:r>
          </a:p>
          <a:p>
            <a:pPr lvl="0">
              <a:lnSpc>
                <a:spcPct val="120000"/>
              </a:lnSpc>
              <a:buSzPts val="4500"/>
            </a:pPr>
            <a:r>
              <a:rPr lang="en-US" sz="3600" b="1" dirty="0"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Gnana Surya P(192412235)</a:t>
            </a:r>
            <a:br>
              <a:rPr lang="en-US" sz="3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A90A1E-09CE-4F62-A642-8EE40AAC62D7}"/>
              </a:ext>
            </a:extLst>
          </p:cNvPr>
          <p:cNvSpPr txBox="1"/>
          <p:nvPr/>
        </p:nvSpPr>
        <p:spPr>
          <a:xfrm>
            <a:off x="1703297" y="3890682"/>
            <a:ext cx="20224376" cy="4122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Station Location Algorithm for HF DF using Azimuth Bearing, Elevation Bearing and Ionospheric Model Software    </a:t>
            </a:r>
          </a:p>
          <a:p>
            <a:pPr algn="ctr">
              <a:lnSpc>
                <a:spcPct val="15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Category :  COMINT     </a:t>
            </a:r>
          </a:p>
          <a:p>
            <a:pPr algn="ctr">
              <a:lnSpc>
                <a:spcPct val="15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Thrust Area :  Electronic Warfare </a:t>
            </a:r>
            <a:endParaRPr lang="en-AE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6B012DB-6138-95D3-634B-55D751ECE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8756" y="1559862"/>
            <a:ext cx="19184471" cy="3288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</a:pP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260" y="3707163"/>
            <a:ext cx="20278165" cy="4594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Geolocating distant HF transmitters is challenging due to ionospheric (skywave) propagation.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methods often require multiple HF Direction Finding (HF DF) stations.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estimate the transmitter location using a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HF DF station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utilize azimuth bearing, elevation bearing, and an ionospheric model. </a:t>
            </a:r>
          </a:p>
        </p:txBody>
      </p:sp>
    </p:spTree>
    <p:extLst>
      <p:ext uri="{BB962C8B-B14F-4D97-AF65-F5344CB8AC3E}">
        <p14:creationId xmlns:p14="http://schemas.microsoft.com/office/powerpoint/2010/main" val="167465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260" y="2024528"/>
            <a:ext cx="20278165" cy="7959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Single Station HF Geolocation System.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ionospheric virtual height.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ground distance using elevation angle.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transmitter latitude and longitude.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estimated location through a user-friendly interface.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07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260" y="2027993"/>
            <a:ext cx="20278165" cy="106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0AE33-6807-4524-8B18-44B318F22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023" y="3095593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5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260" y="1592456"/>
            <a:ext cx="20278165" cy="8823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</a:pP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HF signal parameters.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virtual height using the ionospheric model.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ground distance.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transmitter coordinates.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estimated location.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 location in Google Maps.</a:t>
            </a:r>
          </a:p>
        </p:txBody>
      </p:sp>
    </p:spTree>
    <p:extLst>
      <p:ext uri="{BB962C8B-B14F-4D97-AF65-F5344CB8AC3E}">
        <p14:creationId xmlns:p14="http://schemas.microsoft.com/office/powerpoint/2010/main" val="416420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071" y="699430"/>
            <a:ext cx="19722354" cy="12147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Used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pPr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Module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Ionospheric Model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Geolocation Algorithm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2E9CC-B915-4C1A-AA00-6B1CC5CEBF73}"/>
              </a:ext>
            </a:extLst>
          </p:cNvPr>
          <p:cNvSpPr txBox="1"/>
          <p:nvPr/>
        </p:nvSpPr>
        <p:spPr>
          <a:xfrm>
            <a:off x="7082115" y="627537"/>
            <a:ext cx="12120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00234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819" y="950258"/>
            <a:ext cx="20314022" cy="1098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>
              <a:lnSpc>
                <a:spcPct val="150000"/>
              </a:lnSpc>
            </a:pP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Station Geolocation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Height Estimation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Distance Calculation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 &amp; Longitude Estimation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User Interface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Integration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Computation </a:t>
            </a:r>
          </a:p>
          <a:p>
            <a:pPr marL="685800" indent="-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</a:p>
        </p:txBody>
      </p:sp>
    </p:spTree>
    <p:extLst>
      <p:ext uri="{BB962C8B-B14F-4D97-AF65-F5344CB8AC3E}">
        <p14:creationId xmlns:p14="http://schemas.microsoft.com/office/powerpoint/2010/main" val="1221506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F683F3D0-E102-401E-B299-99BDC8016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522" y="488539"/>
            <a:ext cx="20385743" cy="131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95FAE-2D21-4911-BC29-030F41D2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89" y="2920739"/>
            <a:ext cx="18295221" cy="9695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908175-D797-455E-AE57-0BB7BF7E540F}"/>
              </a:ext>
            </a:extLst>
          </p:cNvPr>
          <p:cNvSpPr txBox="1"/>
          <p:nvPr/>
        </p:nvSpPr>
        <p:spPr>
          <a:xfrm>
            <a:off x="2294965" y="1855369"/>
            <a:ext cx="7225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screen and Input Section</a:t>
            </a:r>
            <a:endParaRPr lang="en-AE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3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908175-D797-455E-AE57-0BB7BF7E540F}"/>
              </a:ext>
            </a:extLst>
          </p:cNvPr>
          <p:cNvSpPr txBox="1"/>
          <p:nvPr/>
        </p:nvSpPr>
        <p:spPr>
          <a:xfrm>
            <a:off x="2294965" y="1747795"/>
            <a:ext cx="7225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AE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5F3190-90B0-4806-BD4F-C2AE23E2F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487" y="2896312"/>
            <a:ext cx="18281026" cy="98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1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B31D-20B0-FB16-4844-4CED6FF6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908175-D797-455E-AE57-0BB7BF7E540F}"/>
              </a:ext>
            </a:extLst>
          </p:cNvPr>
          <p:cNvSpPr txBox="1"/>
          <p:nvPr/>
        </p:nvSpPr>
        <p:spPr>
          <a:xfrm>
            <a:off x="2294965" y="1747795"/>
            <a:ext cx="7225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page</a:t>
            </a:r>
            <a:endParaRPr lang="en-AE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23E33-242A-41AA-91B3-80BD31AAD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190" y="3227295"/>
            <a:ext cx="17567620" cy="947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90CE4B-58E2-C80A-0B8A-17CB8612B781}"/>
              </a:ext>
            </a:extLst>
          </p:cNvPr>
          <p:cNvSpPr txBox="1"/>
          <p:nvPr/>
        </p:nvSpPr>
        <p:spPr>
          <a:xfrm>
            <a:off x="7075783" y="5750004"/>
            <a:ext cx="102324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12070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235</Words>
  <Application>Microsoft Office PowerPoint</Application>
  <PresentationFormat>Custom</PresentationFormat>
  <Paragraphs>57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Helvetica Neue</vt:lpstr>
      <vt:lpstr>Times New Roman</vt:lpstr>
      <vt:lpstr>Wingdings</vt:lpstr>
      <vt:lpstr>Arial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Attendance Management System</dc:title>
  <dc:creator>HP</dc:creator>
  <cp:lastModifiedBy>Divyesh S.P</cp:lastModifiedBy>
  <cp:revision>13</cp:revision>
  <dcterms:modified xsi:type="dcterms:W3CDTF">2026-07-23T11:49:44Z</dcterms:modified>
</cp:coreProperties>
</file>